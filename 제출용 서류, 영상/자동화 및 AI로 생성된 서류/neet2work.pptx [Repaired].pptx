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50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1005840" cy="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77240"/>
            <a:ext cx="1097280" cy="54864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325880"/>
            <a:ext cx="0" cy="91440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240280"/>
            <a:ext cx="1188720" cy="18288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423160"/>
            <a:ext cx="0" cy="82296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3246120"/>
            <a:ext cx="1554480" cy="228600"/>
          </a:xfrm>
          <a:prstGeom prst="line">
            <a:avLst/>
          </a:prstGeom>
          <a:noFill/>
          <a:ln w="15240">
            <a:solidFill>
              <a:srgbClr val="1493A4">
                <a:alpha val="2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1868" y="1046988"/>
            <a:ext cx="100584" cy="100584"/>
          </a:xfrm>
          <a:prstGeom prst="ellipse">
            <a:avLst/>
          </a:prstGeom>
          <a:solidFill>
            <a:srgbClr val="1493A4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7708" y="726948"/>
            <a:ext cx="100584" cy="100584"/>
          </a:xfrm>
          <a:prstGeom prst="ellipse">
            <a:avLst/>
          </a:prstGeom>
          <a:solidFill>
            <a:srgbClr val="F59E0B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4988" y="1275588"/>
            <a:ext cx="100584" cy="100584"/>
          </a:xfrm>
          <a:prstGeom prst="ellipse">
            <a:avLst/>
          </a:prstGeom>
          <a:solidFill>
            <a:srgbClr val="1493A4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9068" y="2189988"/>
            <a:ext cx="100584" cy="100584"/>
          </a:xfrm>
          <a:prstGeom prst="ellipse">
            <a:avLst/>
          </a:prstGeom>
          <a:solidFill>
            <a:srgbClr val="F59E0B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7788" y="2372868"/>
            <a:ext cx="100584" cy="100584"/>
          </a:xfrm>
          <a:prstGeom prst="ellipse">
            <a:avLst/>
          </a:prstGeom>
          <a:solidFill>
            <a:srgbClr val="1493A4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6268" y="3195828"/>
            <a:ext cx="100584" cy="100584"/>
          </a:xfrm>
          <a:prstGeom prst="ellipse">
            <a:avLst/>
          </a:prstGeom>
          <a:solidFill>
            <a:srgbClr val="F59E0B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0748" y="3424428"/>
            <a:ext cx="100584" cy="100584"/>
          </a:xfrm>
          <a:prstGeom prst="ellipse">
            <a:avLst/>
          </a:prstGeom>
          <a:solidFill>
            <a:srgbClr val="1493A4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5" name="Image 0" descr="C:\MLOps_20260406_AM\workspace\Neet2Work\.codex\skills\presentation-skill\decks\neet2work__tech-blueprint-pd-cp__20260609-1606\assets\concept\cover-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68767"/>
            <a:ext cx="3566160" cy="200596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1691640"/>
            <a:ext cx="548640" cy="73152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182880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Neet2Work 기술 설계도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1546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채용공고, 문서함, AI 초안 작성을 연결하는 Mock-first 아키텍처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+ Creative Production + presentation-skill / 2026-06-09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이번 재제작에서 달라진 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소개 재사용이 아니라 시스템 설계도 중심으로 재구성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78224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concept\cover-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672971"/>
            <a:ext cx="4498848" cy="2530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35964"/>
            <a:ext cx="36576" cy="107391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발표 관점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510284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청중을 우선한다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홍보보다 경계, 데이터 흐름, fallback 동작을 설명한다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57200" y="2401316"/>
            <a:ext cx="36576" cy="1073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240131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디자인 관점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2675636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그리드, 기술 지도, 번호형 callout을 사용한다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캡처와 다이어그램은 증거 자산으로 사용한다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3566668"/>
            <a:ext cx="36576" cy="107391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56666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재사용 규칙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" y="3840988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PNG 화면 캡처와 다이어그램 이미지만 재사용한다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문장, 순서, 디자인 브리프는 새로 작성했다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Product Design 브리프; Creative Production 스타일 방향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1493A4">
              <a:alpha val="16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이 시스템이 필요한가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60320"/>
            <a:ext cx="8229600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취업 준비의 마찰을 아키텍처 요구사항으로 바꾸기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제품 문제는 곧 시스템 문제가 된다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Neet2Work는 사용자 의도, 근거 자료, 생성 흐름을 연결하면서도 데모를 깨지 않게 유지해야 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공고 신호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사용자는 채용공고와 요구사항을 해석해야 한다.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근거 자료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프로필, 이력서, 참고 문서는 재사용 가능한 입력이 되어야 한다.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초안 작성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결과에는 계획, 근거 매핑, 수정 흐름이 필요하다.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안정성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데모는 실시간 DB, AI, 스토리지에 의존하면 안 된다.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Mock-first가 핵심 아키텍처 결정이다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런타임은 외부 시스템이 없어도 자연스럽게 동작하도록 설계했다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접근 가능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화면은 데모 데이터와 로컬 자산으로 동작한다.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안정화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프론트엔드는 backend DTO만 사용한다.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Router가 소유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Codex, Gemini, local, fallback 후보로 교체 가능하다.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나중에 연결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R2, 수집 경로는 같은 경계를 확장한다.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데모에서 도출한 아키텍처 요구사항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흐름은 명확한 구현 제약으로 이어진다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요구사항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아키텍처 대응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의미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 시 외부 의존성 제거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JSON / in-memory / fallback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데모 경로가 안정적으로 유지된다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결과는 추적 가능해야 한다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metadata와 fallback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결과와 fallback 결과를 설명할 수 있다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문서는 재사용 가능한 근거다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document/profile/application set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workflow가 구조화된 맥락을 가진다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채용공고 수집은 나중에 확장된다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 artifact 이후 import 경계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crawler 위험이 runtime UI 밖에 머문다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하나의 운영 원칙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시스템이 없어도 제품은 상태를 설명하고 데모를 이어가야 한다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Fallback은 임시 우회가 아니라 발표 안정성을 위한 명시적 기능이다.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경로는 유지하고, 의존성 상태는 health와 metadata로 드러낸다.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실패는 숨기지 않고 fallback reason으로 설명한다.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33288" y="2058924"/>
            <a:ext cx="2770632" cy="87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Mock-first 계약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설명 가능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사용자 흐름 유지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하나의 경로로 보는 시스템 약속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동작은 구현 세부를 노출하지 않고 경계를 통과한다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공고 신호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채용공고 맥락을 선택한다.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근거 자료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지원자 프로필과 문서를 연결한다.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router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routing을 통해 계획과 초안을 만든다.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 상태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document lifecycle로 저장한다.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README.md; docs/AI_WORKFLOW.md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provider든 fallback이든 같은 경로로 설명할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1493A4">
              <a:alpha val="16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제품 화면을 경계로 읽기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60320"/>
            <a:ext cx="8229600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화면은 기능 스크린샷이 아니라 계약의 증거로 사용한다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홈 화면: 진입점과 제품 프레이밍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경계는 기대값 설정이다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screenshot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532382"/>
            <a:ext cx="4498848" cy="2811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096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화면이 증명하는 것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510284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앱은 일관된 취업 준비 흐름을 제시한다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backend 의존성 없이도 데모를 시작할 수 있다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340096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68112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설계도 관점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68112" y="3258312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홈은 jobs, documents, AI workflow로 사용자를 안내한다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계약 위에 놓인 navigation surface다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채용공고 화면: 공개 신호 경계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UI는 정규화된 공개 job DTO를 소비한다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78224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screenshots\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532382"/>
            <a:ext cx="4498848" cy="2811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동작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검색, 필터, 상세 drawer, pagination, URL 상태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57200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경계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3258312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내부 정보는 public API 응답 밖에 둔다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프론트엔드는 allowlist된 job field만 받는다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docs/API_CONTRACT.md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분석 화면: 근거 입력 경계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composer는 공고 맥락과 지원자 맥락을 조립한다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screenshots\ai-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532382"/>
            <a:ext cx="4498848" cy="2811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096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동작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회사, 직무, 문항, 톤, 참고 문서, 첨부 파일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340096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68112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책임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68112" y="3258312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backend가 입력을 plan/draft/revise 요청으로 바꾼다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metadata로 결과를 설명 가능하게 유지한다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README.md; docs/AI_WORKFLOW.md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문서함 화면: lifecycle 경계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문서함은 커리어 데이터 workspace다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78224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screenshots\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532382"/>
            <a:ext cx="4498848" cy="2811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동작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프로필, 이력서, 자기소개서, 지원 세트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57200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책임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3258312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복사, 보호, 수정, 삭제 lifecycle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초안 작성을 위한 재사용 근거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로그인 화면: 보호 route 경계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인증은 커리어 workspace를 보호한다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screenshots\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532382"/>
            <a:ext cx="4498848" cy="2811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096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동작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로그인, 세션, 보호된 계정 접근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340096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68112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책임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68112" y="3258312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token과 refresh token 경로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limit과 계정 보안 요약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화면-경계 매핑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화면은 backend 책임과 연결된다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채용공고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DTO와 collection/import 경계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분석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planning과 provider routing 경계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문서함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snapshot, 재사용 근거 경계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보호된 세션과 계정 경계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docs/API_CONTRACT.md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프론트엔드가 몰라도 되는 것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세부가 API 뒤에 있기 때문에 UI는 안정적으로 유지된다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프론트에서 숨기는 것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소유 책임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노출 신호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storage/service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DTO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credential 상태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aiMeta와 fallback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 raw HTML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정규화된 job posting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parsing 구현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extract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추출 텍스트 preview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1493A4">
              <a:alpha val="16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설계도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60320"/>
            <a:ext cx="8229600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workflow, dependency, ERD, service를 시스템 증거로 제시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설계 섹션 비주얼 방향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지도 챕터를 위한 Creative Production 콘셉트 자산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78224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concept\architecture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672971"/>
            <a:ext cx="4498848" cy="2530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비주얼 언어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510284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브로슈어가 아니라 시스템 지도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카드보다 callout과 grid rhythm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57200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읽는 순서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3258312"/>
            <a:ext cx="3218688" cy="547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경계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AI/data sequence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dependency와 ERD 증거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Creative Production 콘셉트 자산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전체 구조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사용자, frontend, backend, optional integration의 상위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생성된 PNG 다이어그램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system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92" y="1528572"/>
            <a:ext cx="6493617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문서에서 렌더링했고 PowerPoint 호환을 위해 PNG로 삽입했다.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Neet2Work는 경계를 보존하는 시스템으로 이해하는 것이 가장 정확하다.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docs/generated/diagrams/system-overview.svg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아키텍처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결정이 위치하는 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runtime map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architecture-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791159"/>
            <a:ext cx="8119872" cy="179130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Express API, service, storage, Prisma, provider 경계.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runtime은 fallback 동작을 UI에 흩뿌리지 않고 backend service 내부에 둔다.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docs/generated/diagrams/architecture-runtime.svg;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경계 계약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구현을 바꿔도 사용자 흐름은 다시 쓰지 않는다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계층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책임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노출 금지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state, 사용자 상호작용, API 호출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Prisma, provider credential, raw crawler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validation과 response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branching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logic과 fallback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Storage/database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persistence와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state assumption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초안 workflow sequence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draft, revise는 backend가 조율하는 sequence다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AI sequence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ai-draft-workflow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293" y="1528572"/>
            <a:ext cx="1697413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요청 경로와 provider 응답 처리.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backend가 metadata, fallback flag, evidence map, revision continuity를 제어한다.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docs/generated/diagrams/ai-draft-workflow-sequence.svg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 생성 sequence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생성은 나중 재사용을 위해 profile/job context를 보존한다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document sequence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sequence-document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668" y="1528572"/>
            <a:ext cx="4748663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service, storage를 통과하는 문서 생성 흐름.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문서는 candidate profile, job context, lifecycle state와 연결된다.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docs/generated/diagrams/sequence-document-create.svg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repo 그래프보다 summary graph가 더 읽기 쉽다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Dependency overview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dependency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808" y="1528572"/>
            <a:ext cx="5560384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저장소에서 생성한 dependency overview PNG.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graph는 읽을 수 있는 규모로 아키텍처 분리를 보여준다.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docs/generated/dependencies/overview.svg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Documents/profile dependency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제품 화면은 page, API client, type 경계를 함께 지난다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documents/profile graph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documents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209" y="1528572"/>
            <a:ext cx="3923582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document와 profile flow의 dependency slice.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lifecycle 변경은 frontend와 backend 계약이 함께 움직여야 한다.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docs/generated/dependencies/documents-profile.svg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ERD: document workspace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커리어 문서는 본문뿐 아니라 lifecycle과 context를 가진다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documents ERD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erd-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018" y="1528572"/>
            <a:ext cx="1349964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profile, application document, set 관계.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모델은 재사용 가능한 커리어 근거와 통제된 문서 상태 전이를 지원한다.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docs/generated/database/erd-documents.svg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ERD: job postings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채용 데이터는 제품 데이터가 되기 전에 정규화된다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jobs ERD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erd-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094" y="1528572"/>
            <a:ext cx="393811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posting과 analysis 관련 model 영역.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collection과 import는 crawler 내부를 public API에 노출하지 않고 확장될 수 있다.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docs/generated/database/erd-jobs.svg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class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경계는 구현의 중심축이다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17676"/>
            <a:ext cx="8229600" cy="29016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7676"/>
            <a:ext cx="8229600" cy="45720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299972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service classes</a:t>
            </a:r>
            <a:endParaRPr lang="en-US" sz="850" dirty="0"/>
          </a:p>
        </p:txBody>
      </p:sp>
      <p:pic>
        <p:nvPicPr>
          <p:cNvPr id="9" name="Image 0" descr="C:\MLOps_20260406_AM\workspace\Neet2Work\.codex\skills\presentation-skill\decks\neet2work__tech-blueprint-pd-cp__20260609-1606\assets\diagrams-png\class-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523" y="1528572"/>
            <a:ext cx="372954" cy="2316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TypeScript class에서 생성한 class overview.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layer는 route contract, provider routing, storage decision, fallback behavior를 조율한다.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docs/generated/classes/class-services.svg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읽기 가이드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 챕터는 네 가지 구현 주장을 뒷받침한다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계약 우선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route가 요청을 검증하고 응답 형태를 만든다.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도메인 중심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service가 제품 결정을 소유한다.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optional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DB는 설정 가능하지만 필수 의존성이 아니다.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replaceable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integration은 router 뒤의 후보군이다.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1493A4">
              <a:alpha val="16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312" y="1901952"/>
            <a:ext cx="1316736" cy="131673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00200"/>
            <a:ext cx="1920240" cy="1920240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8232" y="1261872"/>
            <a:ext cx="2596896" cy="2596896"/>
          </a:xfrm>
          <a:prstGeom prst="ellipse">
            <a:avLst/>
          </a:prstGeom>
          <a:solidFill>
            <a:srgbClr val="1493A4">
              <a:alpha val="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960120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94192" y="1380744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1801368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2221992"/>
            <a:ext cx="91440" cy="9144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2642616"/>
            <a:ext cx="91440" cy="91440"/>
          </a:xfrm>
          <a:prstGeom prst="ellipse">
            <a:avLst/>
          </a:prstGeom>
          <a:solidFill>
            <a:srgbClr val="1493A4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097280" cy="91440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증거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60320"/>
            <a:ext cx="8229600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설계도가 코드와 검증에 드러나는 방식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구현 섹션 비주얼 방향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evidence 챕터를 위한 Creative Production 콘셉트 자산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5964"/>
            <a:ext cx="4608576" cy="34046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pic>
        <p:nvPicPr>
          <p:cNvPr id="7" name="Image 0" descr="C:\MLOps_20260406_AM\workspace\Neet2Work\.codex\skills\presentation-skill\decks\neet2work__tech-blueprint-pd-cp__20260609-1606\assets\concept\implementation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672971"/>
            <a:ext cx="4498848" cy="2530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0096" y="1235964"/>
            <a:ext cx="36576" cy="165658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챕터가 증명하는 것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68112" y="1510284"/>
            <a:ext cx="3218688" cy="407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아키텍처가 코드 경계로 존재한다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fallback이 의도된 설계이기 때문에 데모가 안정적이다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340096" y="2983992"/>
            <a:ext cx="36576" cy="16565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68112" y="298399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증거 유형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68112" y="3258312"/>
            <a:ext cx="3218688" cy="68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구조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책임 분리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경로</a:t>
            </a:r>
            <a:endParaRPr lang="en-US" sz="88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signal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Creative Production 콘셉트 자산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Monorepo 구현 지도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코드베이스는 frontend/backend 책임 분리를 반영한다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2304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영역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경로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역할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apps/frontend/src/pages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단위 화면과 사용자 흐름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apps/frontend/src/api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REST 호출만 담당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apps/backend/src/routes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validation과 response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apps/backend/src/services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logic, fallback, provider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apps/backend/prisma/models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schema source of 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요청 경로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state는 데이터 결정보다 먼저 하나의 명시적 경계를 지난다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state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 interaction과 URL state를 소유한다.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client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REST call이 frontend를 떠난다.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Express가 request와 response shape를 검증한다.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logic이 storage 또는 provider path를 선택한다.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247388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3022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frontend는 DB, local JSON, memory fallback, AI fallback을 직접 선택하지 않는다.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provider routing 구현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덕분에 제품 화면을 바꾸지 않고 실제 AI를 optional로 유지한다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Provider 후보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사용 조건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Fallback 동작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Bridge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app-server/OAuth 경로 사용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configured candidate 또는 fallback 시도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key/model 설정됨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 provider 실패 시 demo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Ollama/OpenAI-compatible endpoint 존재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unavailable 시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성공한 provider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 안전 deterministic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README.md; docs/AI_WORKFLOW.md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 parsing 구현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파일은 AI workflow의 텍스트 근거가 된다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형식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Parser 경로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발표 계약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TXT/MD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UTF-8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경험 또는 요구사항 입력으로 직접 사용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mammoth raw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구조화된 문서 텍스트 추출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pdf-parse text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 기반 scan은 제외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이미지/legacy DOC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지원하지 않음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업로드 전 변환 필요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채용공고 수집 경로는 runtime UI 밖에 둔다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작업을 분리해 product route를 안정적으로 유지한다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2268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2268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285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737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HTML 조사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491996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근거가 있는 source를 식별한다.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168652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68652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3149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2600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 artifact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78380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row가 아니라 normalized JSON을 만든다.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955036"/>
            <a:ext cx="8229600" cy="640080"/>
          </a:xfrm>
          <a:prstGeom prst="rect">
            <a:avLst/>
          </a:prstGeom>
          <a:solidFill>
            <a:srgbClr val="F4F8FB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55036"/>
            <a:ext cx="73152" cy="640080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1013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0464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validation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64764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TypeScript가 contract를 검증한다.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74142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14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8877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8328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승인된 DB write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851148"/>
            <a:ext cx="4590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허용된 경우 Prisma import가 변경을 적용한다.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 mode는 관찰 가능하다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시스템은 degraded operation을 숨기지 않고 설명한다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299972"/>
            <a:ext cx="0" cy="3203448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1696"/>
            <a:ext cx="822960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36548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없음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또는 in-memory sample data를 사용한다.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93024" y="1336548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182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840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key 없음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77796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mock/fallback analysis를 사용한다.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093720"/>
            <a:ext cx="402336" cy="402336"/>
          </a:xfrm>
          <a:prstGeom prst="ellipse">
            <a:avLst/>
          </a:prstGeom>
          <a:solidFill>
            <a:srgbClr val="1493A4">
              <a:alpha val="14000"/>
            </a:srgbClr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없음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demo용 local/no-op path를 유지한다.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93024" y="3093720"/>
            <a:ext cx="402336" cy="402336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7543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441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site 없음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934968"/>
            <a:ext cx="3794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runtime을 깨지 않고 artifact와 evidence를 보존한다.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docs/ARCHITECTURE.md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 증거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build도 같은 evidence posture를 따른다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확인 항목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기대 결과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의미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35-45장, build/neet2work.pptx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workspace에 산출물이 존재한다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inspection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PNG/concept asset 포함, 직접 SVG media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텍스트 렌더링 안정성 유지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Render-free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0, overlap 0, template token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 구조가 안전하다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soffice 사용 가능 시 실행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렌더링 외형 확인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presentation-skill QA policy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데모 안정성과 확장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결과는 실제 연동으로 가는 통제된 경로다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45692"/>
            <a:ext cx="4773168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현재는 전체 사용자 여정을 안정적으로 시연한다.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Supabase/PostgreSQL, AI provider, collector 운영, object storage는 기존 경계에 연결한다.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경로를 다시 쓰지 않고 실제 서비스를 교체 가능하게 둔다.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58968" y="1345692"/>
            <a:ext cx="3227832" cy="3249168"/>
          </a:xfrm>
          <a:prstGeom prst="rect">
            <a:avLst/>
          </a:prstGeom>
          <a:solidFill>
            <a:srgbClr val="071E3A"/>
          </a:solidFill>
          <a:ln w="12700">
            <a:solidFill>
              <a:srgbClr val="071E3A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58968" y="1345692"/>
            <a:ext cx="91440" cy="3249168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33288" y="15742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493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33288" y="2058924"/>
            <a:ext cx="2770632" cy="87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안정적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나중에는 연결 가능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경계는 유지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 지도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integration은 기존 경계에 연결된다</a:t>
            </a:r>
            <a:endParaRPr lang="en-US" sz="1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54252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향후 integration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연결 지점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위험 제어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Supabase/PostgreSQL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model과 storage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migration과 승인 기반 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router candidate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metadata와 provider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RPA/collector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artifact와 import 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DTO에 raw crawler data 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boundary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fallback 유지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508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README.md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설계도로 보는 Neet2Work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4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안정성과 실제 연동 교체 가능성을 함께 지키는 커리어 준비 제품.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9972"/>
            <a:ext cx="822960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화면: 채용공고, AI 분석, 문서함, 인증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아키텍처: REST 경계, service, storage, provider router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증거: 생성 다이어그램, ERD, 화면 캡처, QA artifact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사용자 경로를 다시 쓰지 않고 실제 서비스를 연결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85089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Neet2Work / Tech Blueprint 재제작 / 2026-06-09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Microsoft Office PowerPoint</Application>
  <PresentationFormat>화면 슬라이드 쇼(16:9)</PresentationFormat>
  <Paragraphs>476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Arial</vt:lpstr>
      <vt:lpstr>Calibri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Neet2Work 기술 설계도</dc:title>
  <dc:subject>개발자 청중을 위한 Mock-first 커리어 플랫폼 아키텍처</dc:subject>
  <dc:creator>PptxGenJS</dc:creator>
  <cp:lastModifiedBy>pc07-00</cp:lastModifiedBy>
  <cp:revision>2</cp:revision>
  <dcterms:created xsi:type="dcterms:W3CDTF">2026-06-09T07:23:48Z</dcterms:created>
  <dcterms:modified xsi:type="dcterms:W3CDTF">2026-06-10T03:21:28Z</dcterms:modified>
</cp:coreProperties>
</file>